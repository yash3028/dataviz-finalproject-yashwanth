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61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23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352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69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569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19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24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304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463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0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8693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87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63387"/>
            <a:ext cx="8778240" cy="2541431"/>
          </a:xfrm>
        </p:spPr>
        <p:txBody>
          <a:bodyPr/>
          <a:lstStyle/>
          <a:p>
            <a:r>
              <a:rPr dirty="0"/>
              <a:t>UK Road Safety Accident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0864" y="3586069"/>
            <a:ext cx="5618515" cy="977621"/>
          </a:xfrm>
        </p:spPr>
        <p:txBody>
          <a:bodyPr>
            <a:no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Yashwanth Reddy Shyamakura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Master's in Data Science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Europe for Applied Sciences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• Analyze UK Road Safety accidents and vehicle data</a:t>
            </a:r>
          </a:p>
          <a:p>
            <a:pPr>
              <a:defRPr sz="2200"/>
            </a:pPr>
            <a:r>
              <a:rPr dirty="0"/>
              <a:t>• Build an interactive </a:t>
            </a:r>
            <a:r>
              <a:rPr dirty="0" err="1"/>
              <a:t>Streamlit</a:t>
            </a:r>
            <a:r>
              <a:rPr dirty="0"/>
              <a:t> dashboard</a:t>
            </a:r>
          </a:p>
          <a:p>
            <a:pPr>
              <a:defRPr sz="2200"/>
            </a:pPr>
            <a:r>
              <a:rPr dirty="0"/>
              <a:t>• Perform exploratory data analysis (EDA)</a:t>
            </a:r>
          </a:p>
          <a:p>
            <a:pPr>
              <a:defRPr sz="2200"/>
            </a:pPr>
            <a:r>
              <a:rPr dirty="0"/>
              <a:t>• Visualize accident trends using </a:t>
            </a:r>
            <a:r>
              <a:rPr dirty="0" err="1"/>
              <a:t>Plotly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776B75-F2F9-AC2E-9E35-9EC6BBA71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0594" y="3982628"/>
            <a:ext cx="2265217" cy="20199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Dataset: UK Road Safety Accidents and Vehicles</a:t>
            </a:r>
          </a:p>
          <a:p>
            <a:pPr>
              <a:defRPr sz="2200"/>
            </a:pPr>
            <a:r>
              <a:t>• Cleaned missing values and inspected data quality</a:t>
            </a:r>
          </a:p>
          <a:p>
            <a:pPr>
              <a:defRPr sz="2200"/>
            </a:pPr>
            <a:r>
              <a:t>• Created Month, Day, Hour, Time Period and Vehicle Age features</a:t>
            </a:r>
          </a:p>
          <a:p>
            <a:pPr>
              <a:defRPr sz="2200"/>
            </a:pPr>
            <a:r>
              <a:t>• Applied interactive filters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CB6409-4424-8E0C-44B2-48885D6B5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343" y="3519686"/>
            <a:ext cx="3366653" cy="24072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1–3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Accident Severity Distribution</a:t>
            </a:r>
          </a:p>
          <a:p>
            <a:pPr>
              <a:defRPr sz="2200"/>
            </a:pPr>
            <a:r>
              <a:t>2. Monthly Accident Trend</a:t>
            </a:r>
          </a:p>
          <a:p>
            <a:pPr>
              <a:defRPr sz="2200"/>
            </a:pPr>
            <a:r>
              <a:t>3. Weather Conditions vs Accidents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4–6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4. Road Type Analysis</a:t>
            </a:r>
          </a:p>
          <a:p>
            <a:pPr>
              <a:defRPr sz="2200"/>
            </a:pPr>
            <a:r>
              <a:t>5. Light Conditions Analysis</a:t>
            </a:r>
          </a:p>
          <a:p>
            <a:pPr>
              <a:defRPr sz="2200"/>
            </a:pPr>
            <a:r>
              <a:t>6. Speed Limit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7–10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7. Vehicle Age Group Analysis</a:t>
            </a:r>
          </a:p>
          <a:p>
            <a:pPr>
              <a:defRPr sz="2200"/>
            </a:pPr>
            <a:r>
              <a:t>8. Engine Capacity Analysis</a:t>
            </a:r>
          </a:p>
          <a:p>
            <a:pPr>
              <a:defRPr sz="2200"/>
            </a:pPr>
            <a:r>
              <a:t>9. Urban vs Rural Accidents</a:t>
            </a:r>
          </a:p>
          <a:p>
            <a:pPr>
              <a:defRPr sz="2200"/>
            </a:pPr>
            <a:r>
              <a:t>10. Correlation Heatmap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Interactive filters (Year, Severity, Weather)</a:t>
            </a:r>
          </a:p>
          <a:p>
            <a:pPr>
              <a:defRPr sz="2200"/>
            </a:pPr>
            <a:r>
              <a:t>• KPI cards</a:t>
            </a:r>
          </a:p>
          <a:p>
            <a:pPr>
              <a:defRPr sz="2200"/>
            </a:pPr>
            <a:r>
              <a:t>• 10 interactive Plotly visualizations</a:t>
            </a:r>
          </a:p>
          <a:p>
            <a:pPr>
              <a:defRPr sz="2200"/>
            </a:pPr>
            <a:r>
              <a:t>• Easy exploration of road accident statistics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Identified major accident trends</a:t>
            </a:r>
          </a:p>
          <a:p>
            <a:pPr>
              <a:defRPr sz="2200"/>
            </a:pPr>
            <a:r>
              <a:t>• Compared accident trends across months</a:t>
            </a:r>
          </a:p>
          <a:p>
            <a:pPr>
              <a:defRPr sz="2200"/>
            </a:pPr>
            <a:r>
              <a:t>• Explored relationships between weather, speed limits and accident severity</a:t>
            </a:r>
          </a:p>
          <a:p>
            <a:pPr>
              <a:defRPr sz="2200"/>
            </a:pPr>
            <a:r>
              <a:t>• Built an interactive dashboard for road safety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EE777-8188-1EE5-826C-FF02690D1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645" y="1070527"/>
            <a:ext cx="6571343" cy="1049235"/>
          </a:xfrm>
        </p:spPr>
        <p:txBody>
          <a:bodyPr/>
          <a:lstStyle/>
          <a:p>
            <a:r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F5715D-E496-E07D-2A7F-58CE836AD9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1520" y="1931618"/>
            <a:ext cx="749808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/>
            </a:pPr>
            <a:r>
              <a:t>Kaggle. UK Road Safety: Traffic Accidents and Vehicles.</a:t>
            </a:r>
          </a:p>
          <a:p>
            <a:pPr>
              <a:defRPr sz="2000"/>
            </a:pPr>
            <a:r>
              <a:t>https://www.kaggle.com/datasets/tsiaras/uk-road-safety-accidents-and-vehicles</a:t>
            </a:r>
          </a:p>
          <a:p>
            <a:pPr>
              <a:defRPr sz="2000"/>
            </a:pPr>
            <a:r>
              <a:t>Plotly Python Documentation - https://plotly.com/python/</a:t>
            </a:r>
          </a:p>
          <a:p>
            <a:pPr>
              <a:defRPr sz="2000"/>
            </a:pPr>
            <a:r>
              <a:t>Streamlit Documentation - https://docs.streamlit.io/</a:t>
            </a:r>
          </a:p>
          <a:p>
            <a:pPr>
              <a:defRPr sz="2000"/>
            </a:pPr>
            <a:r>
              <a:t>Pandas Documentation - https://pandas.pydata.org/docs/</a:t>
            </a:r>
          </a:p>
          <a:p>
            <a:pPr>
              <a:defRPr sz="2000"/>
            </a:pPr>
            <a:r>
              <a:t>NumPy Documentation - https://numpy.org/doc/</a:t>
            </a:r>
          </a:p>
        </p:txBody>
      </p:sp>
    </p:spTree>
    <p:extLst>
      <p:ext uri="{BB962C8B-B14F-4D97-AF65-F5344CB8AC3E}">
        <p14:creationId xmlns:p14="http://schemas.microsoft.com/office/powerpoint/2010/main" val="290812697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89</TotalTime>
  <Words>280</Words>
  <Application>Microsoft Office PowerPoint</Application>
  <PresentationFormat>On-screen Show (4:3)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Gill Sans MT</vt:lpstr>
      <vt:lpstr>Times New Roman</vt:lpstr>
      <vt:lpstr>Gallery</vt:lpstr>
      <vt:lpstr>UK Road Safety Accident Analysis Dashboard</vt:lpstr>
      <vt:lpstr>Project Overview</vt:lpstr>
      <vt:lpstr>Dataset &amp; EDA</vt:lpstr>
      <vt:lpstr>Questions 1–3</vt:lpstr>
      <vt:lpstr>Questions 4–6</vt:lpstr>
      <vt:lpstr>Questions 7–10</vt:lpstr>
      <vt:lpstr>Streamlit Dashboard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pradeep reddy</dc:creator>
  <cp:keywords/>
  <dc:description>generated using python-pptx</dc:description>
  <cp:lastModifiedBy>Yashwanth Reddy Shyamakura</cp:lastModifiedBy>
  <cp:revision>4</cp:revision>
  <dcterms:created xsi:type="dcterms:W3CDTF">2013-01-27T09:14:16Z</dcterms:created>
  <dcterms:modified xsi:type="dcterms:W3CDTF">2026-07-30T15:31:57Z</dcterms:modified>
  <cp:category/>
</cp:coreProperties>
</file>